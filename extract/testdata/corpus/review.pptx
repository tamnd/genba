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id="256"/>
    <p:sldId id="257"/>
    <p:sldId id="258"/>
  </p:sldIdLst>
</p:presentation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Quarter in review</a:t>
            </a:r>
          </a:p>
        </p:txBody>
      </p:sp>
      <p:sp>
        <p:nvSpPr>
          <p:nvPr>
            <p:ph type="body" idx="1"/>
          </p:nvPr>
        </p:nvSpPr>
        <p:txBody>
          <a:p>
            <a:r>
              <a:t>Field operations</a:t>
            </a:r>
          </a:p>
          <a:p>
            <a:r>
              <a:t>March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What went well</a:t>
            </a:r>
          </a:p>
        </p:txBody>
      </p:sp>
      <p:sp>
        <p:nvSpPr>
          <p:nvPr>
            <p:ph type="body" idx="1"/>
          </p:nvPr>
        </p:nvSpPr>
        <p:txBody>
          <a:p>
            <a:r>
              <a:t>Visits up by a fifth</a:t>
            </a:r>
          </a:p>
          <a:p>
            <a:r>
              <a:t>Two new sites onboarded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nvSpPr>
          <p:nvPr>
            <p:ph type="body" idx="1"/>
          </p:nvPr>
        </p:nvSpPr>
        <p:txBody>
          <a:p>
            <a:r>
              <a:t>An untitled closing slide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Quarter in review</dc:title>
  <dc:creator>field-ops</dc:creator>
</cp:coreProperties>
</file>